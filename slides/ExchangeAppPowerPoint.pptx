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306" r:id="rId5"/>
    <p:sldId id="307" r:id="rId6"/>
    <p:sldId id="308" r:id="rId7"/>
    <p:sldId id="309" r:id="rId8"/>
    <p:sldId id="310" r:id="rId9"/>
    <p:sldId id="313" r:id="rId10"/>
    <p:sldId id="305" r:id="rId11"/>
    <p:sldId id="311" r:id="rId12"/>
    <p:sldId id="312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84967" autoAdjust="0"/>
  </p:normalViewPr>
  <p:slideViewPr>
    <p:cSldViewPr snapToGrid="0">
      <p:cViewPr>
        <p:scale>
          <a:sx n="72" d="100"/>
          <a:sy n="72" d="100"/>
        </p:scale>
        <p:origin x="810" y="99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893A7-208D-49A2-ADF3-6D51FF1E3A67}" type="datetime1">
              <a:rPr lang="ko-KR" altLang="en-US" smtClean="0">
                <a:latin typeface="+mj-lt"/>
              </a:rPr>
              <a:t>2026-05-07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9CB7-07FF-4D57-AB49-9C3B8C50138F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979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888382B4-BA11-4387-BBF0-6A871BD5BB3D}" type="datetime1">
              <a:rPr lang="ko-KR" altLang="en-US" smtClean="0"/>
              <a:pPr/>
              <a:t>2026-05-07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5939589-3E79-4C82-AA4A-FE78234FAA59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4026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9477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52753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22456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30916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81226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02059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9914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402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2 슬라이드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그래픽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그래픽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그래픽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그림 개체 틀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그래픽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그래픽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그래픽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그래픽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구역 머리글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그래픽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그래픽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그래픽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그래픽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제목 및 콘텐츠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9" name="그래픽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그래픽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7" name="내용 개체 틀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그림 개체 틀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1" name="그림 개체 틀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그림 개체 틀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그래픽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그래픽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5" name="직선 연결선(S)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7" y="594360"/>
            <a:ext cx="6569645" cy="2843784"/>
          </a:xfrm>
        </p:spPr>
        <p:txBody>
          <a:bodyPr rtlCol="0"/>
          <a:lstStyle/>
          <a:p>
            <a:pPr rtl="0"/>
            <a:r>
              <a:rPr lang="en-US" altLang="ko-KR" dirty="0">
                <a:latin typeface="Bodoni MT Black" panose="02070A03080606020203" pitchFamily="18" charset="0"/>
              </a:rPr>
              <a:t>Exchange Diary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sz="2000" dirty="0">
                <a:solidFill>
                  <a:schemeClr val="bg1"/>
                </a:solidFill>
                <a:latin typeface="Bodoni MT Black" panose="02070A03080606020203" pitchFamily="18" charset="0"/>
              </a:rPr>
              <a:t>Junghyun Kim</a:t>
            </a:r>
          </a:p>
          <a:p>
            <a:pPr rtl="0"/>
            <a:r>
              <a:rPr lang="en-US" altLang="ko-KR" dirty="0">
                <a:latin typeface="Bodoni MT Black" panose="02070A03080606020203" pitchFamily="18" charset="0"/>
              </a:rPr>
              <a:t>CYBR 408</a:t>
            </a:r>
          </a:p>
          <a:p>
            <a:pPr rtl="0"/>
            <a:endParaRPr lang="ko-KR" altLang="en-US" sz="2000" dirty="0">
              <a:solidFill>
                <a:schemeClr val="bg1"/>
              </a:solidFill>
              <a:latin typeface="Bodoni MT Black" panose="02070A03080606020203" pitchFamily="18" charset="0"/>
            </a:endParaRPr>
          </a:p>
          <a:p>
            <a:pPr rtl="0"/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8BC08-4976-3694-7164-3F97B2304A47}"/>
              </a:ext>
            </a:extLst>
          </p:cNvPr>
          <p:cNvSpPr txBox="1"/>
          <p:nvPr/>
        </p:nvSpPr>
        <p:spPr>
          <a:xfrm>
            <a:off x="1446878" y="3487054"/>
            <a:ext cx="612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Bodoni MT Black" panose="02070A03080606020203" pitchFamily="18" charset="0"/>
              </a:rPr>
              <a:t>A Shared Diary Android App Prototype</a:t>
            </a:r>
            <a:endParaRPr lang="ko-KR" altLang="en-US" dirty="0">
              <a:solidFill>
                <a:schemeClr val="bg1"/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898" y="585216"/>
            <a:ext cx="8718910" cy="1073463"/>
          </a:xfrm>
        </p:spPr>
        <p:txBody>
          <a:bodyPr rtlCol="0">
            <a:normAutofit/>
          </a:bodyPr>
          <a:lstStyle/>
          <a:p>
            <a:r>
              <a:rPr lang="en-US" altLang="ko-KR" sz="5400" dirty="0">
                <a:latin typeface="Bodoni MT Black" panose="02070A03080606020203" pitchFamily="18" charset="0"/>
              </a:rPr>
              <a:t>Project</a:t>
            </a:r>
            <a:r>
              <a:rPr lang="en-US" altLang="ko-KR" dirty="0">
                <a:latin typeface="Bodoni MT Black" panose="02070A03080606020203" pitchFamily="18" charset="0"/>
              </a:rPr>
              <a:t> Idea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19928" y="3429000"/>
            <a:ext cx="6452332" cy="1332339"/>
          </a:xfrm>
        </p:spPr>
        <p:txBody>
          <a:bodyPr rtlCol="0"/>
          <a:lstStyle/>
          <a:p>
            <a:pPr marL="285750" indent="-285750" algn="just">
              <a:buFontTx/>
              <a:buChar char="-"/>
            </a:pPr>
            <a:r>
              <a:rPr lang="en-US" altLang="ko-KR" dirty="0">
                <a:latin typeface="Bodoni MT Black" panose="02070A03080606020203" pitchFamily="18" charset="0"/>
              </a:rPr>
              <a:t>This project is different from public diary apps.</a:t>
            </a:r>
          </a:p>
          <a:p>
            <a:pPr marL="285750" indent="-285750" algn="just">
              <a:buFontTx/>
              <a:buChar char="-"/>
            </a:pPr>
            <a:r>
              <a:rPr lang="en-US" altLang="ko-KR" dirty="0">
                <a:latin typeface="Bodoni MT Black" panose="02070A03080606020203" pitchFamily="18" charset="0"/>
              </a:rPr>
              <a:t> I wanted to focus on a more personal shared     diary experience between two users.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Bodoni MT Black" panose="02070A03080606020203" pitchFamily="18" charset="0"/>
              </a:rPr>
              <a:pPr/>
              <a:t>2</a:t>
            </a:fld>
            <a:endParaRPr lang="ko-KR" altLang="en-US" dirty="0">
              <a:latin typeface="Bodoni MT Black" panose="02070A03080606020203" pitchFamily="18" charset="0"/>
            </a:endParaRPr>
          </a:p>
        </p:txBody>
      </p:sp>
      <p:pic>
        <p:nvPicPr>
          <p:cNvPr id="15" name="그림 개체 틀 14">
            <a:extLst>
              <a:ext uri="{FF2B5EF4-FFF2-40B4-BE49-F238E27FC236}">
                <a16:creationId xmlns:a16="http://schemas.microsoft.com/office/drawing/2014/main" id="{FD33CD8A-2C75-E9D2-F2F0-0F109998B8D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3226" r="3226"/>
          <a:stretch/>
        </p:blipFill>
        <p:spPr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112" y="2506279"/>
            <a:ext cx="6190488" cy="3745425"/>
          </a:xfrm>
        </p:spPr>
        <p:txBody>
          <a:bodyPr rtlCol="0">
            <a:normAutofit fontScale="92500" lnSpcReduction="10000"/>
          </a:bodyPr>
          <a:lstStyle/>
          <a:p>
            <a:r>
              <a:rPr lang="en-US" altLang="ko-KR" dirty="0">
                <a:latin typeface="Bodoni MT Black" panose="02070A03080606020203" pitchFamily="18" charset="0"/>
              </a:rPr>
              <a:t>- Write diary entries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View saved entries in a list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Open entry detail pages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Search entries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Parse mood tags such as #mood:Happy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Add emoji reactions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Temporary 24-hour diary logic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Prototype login and add-friend screens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Slide-out drawer menu</a:t>
            </a:r>
            <a:r>
              <a:rPr lang="en-US" altLang="ko-KR" sz="2000" dirty="0">
                <a:latin typeface="Bodoni MT Black" panose="02070A03080606020203" pitchFamily="18" charset="0"/>
              </a:rPr>
              <a:t>. </a:t>
            </a:r>
          </a:p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Exchange diary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2">
            <a:extLst>
              <a:ext uri="{FF2B5EF4-FFF2-40B4-BE49-F238E27FC236}">
                <a16:creationId xmlns:a16="http://schemas.microsoft.com/office/drawing/2014/main" id="{F97A9862-F47B-0BC8-3BCD-AEB46ED0122B}"/>
              </a:ext>
            </a:extLst>
          </p:cNvPr>
          <p:cNvSpPr txBox="1">
            <a:spLocks/>
          </p:cNvSpPr>
          <p:nvPr/>
        </p:nvSpPr>
        <p:spPr>
          <a:xfrm>
            <a:off x="2316125" y="1209866"/>
            <a:ext cx="8718910" cy="1073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dirty="0">
                <a:latin typeface="Bodoni MT Black" panose="02070A03080606020203" pitchFamily="18" charset="0"/>
              </a:rPr>
              <a:t>Main Features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1024979"/>
          </a:xfrm>
        </p:spPr>
        <p:txBody>
          <a:bodyPr rtlCol="0"/>
          <a:lstStyle/>
          <a:p>
            <a:r>
              <a:rPr lang="en-US" altLang="ko-KR" spc="400" dirty="0">
                <a:latin typeface="Bodoni MT Black" panose="02070A03080606020203" pitchFamily="18" charset="0"/>
              </a:rPr>
              <a:t>System Design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754" y="3044101"/>
            <a:ext cx="4310226" cy="2846335"/>
          </a:xfrm>
        </p:spPr>
        <p:txBody>
          <a:bodyPr rtlCol="0">
            <a:normAutofit/>
          </a:bodyPr>
          <a:lstStyle/>
          <a:p>
            <a:pPr algn="l"/>
            <a:r>
              <a:rPr lang="en-US" altLang="ko-KR" dirty="0">
                <a:latin typeface="Bodoni MT Black" panose="02070A03080606020203" pitchFamily="18" charset="0"/>
              </a:rPr>
              <a:t>Main Screens: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Home Screen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Write Screen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Diary List Screen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Diary Detail Screen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Login Prototype Screen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Add Friend Prototype Screen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81959311-D049-A65C-E224-B12866F5697D}"/>
              </a:ext>
            </a:extLst>
          </p:cNvPr>
          <p:cNvSpPr txBox="1">
            <a:spLocks/>
          </p:cNvSpPr>
          <p:nvPr/>
        </p:nvSpPr>
        <p:spPr>
          <a:xfrm>
            <a:off x="6357774" y="3044101"/>
            <a:ext cx="4310226" cy="2121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Bodoni MT Black" panose="02070A03080606020203" pitchFamily="18" charset="0"/>
              </a:rPr>
              <a:t>Main Structure: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model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screens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components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</a:t>
            </a:r>
            <a:r>
              <a:rPr lang="en-US" altLang="ko-KR" dirty="0" err="1">
                <a:latin typeface="Bodoni MT Black" panose="02070A03080606020203" pitchFamily="18" charset="0"/>
              </a:rPr>
              <a:t>MainActivity</a:t>
            </a:r>
            <a:r>
              <a:rPr lang="en-US" altLang="ko-KR" dirty="0">
                <a:latin typeface="Bodoni MT Black" panose="02070A03080606020203" pitchFamily="18" charset="0"/>
              </a:rPr>
              <a:t> navigation flow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DFB95-2803-4882-8DE6-333A75D3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0" y="393404"/>
            <a:ext cx="4434840" cy="1473247"/>
          </a:xfrm>
        </p:spPr>
        <p:txBody>
          <a:bodyPr rtlCol="0"/>
          <a:lstStyle/>
          <a:p>
            <a:r>
              <a:rPr lang="en-US" altLang="ko-KR" dirty="0">
                <a:latin typeface="Bodoni MT Black" panose="02070A03080606020203" pitchFamily="18" charset="0"/>
              </a:rPr>
              <a:t>Computer Science Concepts Used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FC25C2-2815-4A92-A043-0CEC83591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2264735"/>
            <a:ext cx="4434835" cy="31984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Bodoni MT Black" panose="02070A03080606020203" pitchFamily="18" charset="0"/>
              </a:rPr>
              <a:t>- Object-Oriented Programming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Data Structures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Iterative Programming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Algorithms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Parsing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Software Engineering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OS Concepts</a:t>
            </a:r>
            <a:endParaRPr lang="en-US" altLang="ko-KR" sz="1800" dirty="0">
              <a:latin typeface="Bodoni MT Black" panose="02070A03080606020203" pitchFamily="18" charset="0"/>
            </a:endParaRP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2055D38-CE59-4FC4-85CE-CF9DA81D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Exchange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Diary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E0D311A-C366-4A86-9404-C0F5CBF9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개체 틀 6">
            <a:extLst>
              <a:ext uri="{FF2B5EF4-FFF2-40B4-BE49-F238E27FC236}">
                <a16:creationId xmlns:a16="http://schemas.microsoft.com/office/drawing/2014/main" id="{CFF72363-72D1-4263-280C-16D2B06276D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1" b="291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7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ko-KR" dirty="0">
                <a:latin typeface="Bodoni MT Black" panose="02070A03080606020203" pitchFamily="18" charset="0"/>
              </a:rPr>
              <a:t>Demo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B7C214-9C4B-410D-816A-6B3C8059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Exchange diary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B358668-8C1B-FC68-C7B5-77209D2C3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>
                <a:latin typeface="Bodoni MT Black" panose="02070A03080606020203" pitchFamily="18" charset="0"/>
              </a:rPr>
              <a:t>1. Open the home screen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2. Show login and add-friend prototype pages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3. Write a diary entry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4. Add a mood tag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5. Save the entry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6. Search in the list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7. Open detail page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8. Add emoji reaction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9. Show temporary diary option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sz="5400" dirty="0">
                <a:latin typeface="Bodoni MT Black" panose="02070A03080606020203" pitchFamily="18" charset="0"/>
              </a:rPr>
              <a:t>Limitations and Future Work</a:t>
            </a:r>
            <a:endParaRPr lang="ko-KR" altLang="en-US" sz="5400" dirty="0">
              <a:latin typeface="Bodoni MT Black" panose="02070A03080606020203" pitchFamily="18" charset="0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2926" y="1690688"/>
            <a:ext cx="3443177" cy="823912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Bodoni MT Black" panose="02070A03080606020203" pitchFamily="18" charset="0"/>
              </a:rPr>
              <a:t>Current Limitations: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2926" y="2588524"/>
            <a:ext cx="2834640" cy="3904351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Bodoni MT Black" panose="02070A03080606020203" pitchFamily="18" charset="0"/>
              </a:rPr>
              <a:t>- No real backend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No real authentication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No real syncing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No persistent database</a:t>
            </a:r>
            <a:endParaRPr lang="ko-KR" altLang="en-US" sz="2000" dirty="0">
              <a:latin typeface="Bodoni MT Black" panose="02070A03080606020203" pitchFamily="18" charset="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696" y="1690688"/>
            <a:ext cx="2834640" cy="823912"/>
          </a:xfrm>
        </p:spPr>
        <p:txBody>
          <a:bodyPr rtlCol="0">
            <a:normAutofit/>
          </a:bodyPr>
          <a:lstStyle/>
          <a:p>
            <a:br>
              <a:rPr lang="ko-KR" altLang="en-US" dirty="0"/>
            </a:br>
            <a:r>
              <a:rPr lang="en-US" altLang="ko-KR" dirty="0">
                <a:latin typeface="Bodoni MT Black" panose="02070A03080606020203" pitchFamily="18" charset="0"/>
              </a:rPr>
              <a:t>Future Work: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4CB9D-E60B-4C8A-B4E7-23BC1D9F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1026" y="2505074"/>
            <a:ext cx="2834640" cy="3818086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>
                <a:latin typeface="Bodoni MT Black" panose="02070A03080606020203" pitchFamily="18" charset="0"/>
              </a:rPr>
              <a:t>- Firebase integration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Real login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Real partner connection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Local storage with Room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Image/sticker support</a:t>
            </a:r>
            <a:br>
              <a:rPr lang="en-US" altLang="ko-KR" dirty="0">
                <a:latin typeface="Bodoni MT Black" panose="02070A03080606020203" pitchFamily="18" charset="0"/>
              </a:rPr>
            </a:br>
            <a:r>
              <a:rPr lang="en-US" altLang="ko-KR" dirty="0">
                <a:latin typeface="Bodoni MT Black" panose="02070A03080606020203" pitchFamily="18" charset="0"/>
              </a:rPr>
              <a:t>- Push notifications</a:t>
            </a:r>
            <a:endParaRPr lang="ko-KR" altLang="en-US" sz="2000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223" y="279532"/>
            <a:ext cx="5011229" cy="886968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Bodoni MT Black" panose="02070A03080606020203" pitchFamily="18" charset="0"/>
              </a:rPr>
              <a:t>Future Work(2)</a:t>
            </a:r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부제목 7">
            <a:extLst>
              <a:ext uri="{FF2B5EF4-FFF2-40B4-BE49-F238E27FC236}">
                <a16:creationId xmlns:a16="http://schemas.microsoft.com/office/drawing/2014/main" id="{50061247-EA4F-4DFA-AFCE-648487762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5758" y="330377"/>
            <a:ext cx="4878858" cy="6461362"/>
          </a:xfrm>
        </p:spPr>
        <p:txBody>
          <a:bodyPr rtlCol="0">
            <a:normAutofit fontScale="70000" lnSpcReduction="20000"/>
          </a:bodyPr>
          <a:lstStyle/>
          <a:p>
            <a:r>
              <a:rPr lang="en-US" altLang="ko-KR" dirty="0">
                <a:latin typeface="Bodoni MT Black" panose="02070A03080606020203" pitchFamily="18" charset="0"/>
              </a:rPr>
              <a:t>Me: I’m making a shared diary app for my final project. Any ideas?</a:t>
            </a:r>
          </a:p>
          <a:p>
            <a:endParaRPr lang="en-US" altLang="ko-KR" dirty="0">
              <a:latin typeface="Bodoni MT Black" panose="02070A03080606020203" pitchFamily="18" charset="0"/>
            </a:endParaRPr>
          </a:p>
          <a:p>
            <a:r>
              <a:rPr lang="en-US" altLang="ko-KR" dirty="0">
                <a:latin typeface="Bodoni MT Black" panose="02070A03080606020203" pitchFamily="18" charset="0"/>
              </a:rPr>
              <a:t>Friend: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free photo placement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stickers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JPG export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calendar marks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emoji comments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avatar dolls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disappearing diary entries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- changing app icon like Duolingo</a:t>
            </a:r>
          </a:p>
          <a:p>
            <a:endParaRPr lang="en-US" altLang="ko-KR" dirty="0">
              <a:latin typeface="Bodoni MT Black" panose="02070A03080606020203" pitchFamily="18" charset="0"/>
            </a:endParaRPr>
          </a:p>
          <a:p>
            <a:r>
              <a:rPr lang="en-US" altLang="ko-KR" dirty="0">
                <a:latin typeface="Bodoni MT Black" panose="02070A03080606020203" pitchFamily="18" charset="0"/>
              </a:rPr>
              <a:t>Me: ...this is an individual project! I am fighting for my life</a:t>
            </a:r>
          </a:p>
          <a:p>
            <a:endParaRPr lang="en-US" altLang="ko-KR" dirty="0">
              <a:latin typeface="Bodoni MT Black" panose="02070A03080606020203" pitchFamily="18" charset="0"/>
            </a:endParaRPr>
          </a:p>
          <a:p>
            <a:r>
              <a:rPr lang="en-US" altLang="ko-KR" dirty="0">
                <a:latin typeface="Bodoni MT Black" panose="02070A03080606020203" pitchFamily="18" charset="0"/>
              </a:rPr>
              <a:t>Friend: I only provide ideas. You deal with the consequences.  Come on, CS nerds can do anything. :)</a:t>
            </a:r>
          </a:p>
          <a:p>
            <a:endParaRPr lang="en-US" altLang="ko-KR" dirty="0">
              <a:latin typeface="Bodoni MT Black" panose="02070A03080606020203" pitchFamily="18" charset="0"/>
            </a:endParaRPr>
          </a:p>
          <a:p>
            <a:r>
              <a:rPr lang="en-US" altLang="ko-KR" dirty="0">
                <a:latin typeface="Bodoni MT Black" panose="02070A03080606020203" pitchFamily="18" charset="0"/>
              </a:rPr>
              <a:t>Me: I’m blocking you.</a:t>
            </a:r>
          </a:p>
          <a:p>
            <a:endParaRPr lang="en-US" altLang="ko-KR" dirty="0">
              <a:latin typeface="Bodoni MT Black" panose="02070A03080606020203" pitchFamily="18" charset="0"/>
            </a:endParaRPr>
          </a:p>
          <a:p>
            <a:endParaRPr lang="en-US" altLang="ko-KR" dirty="0">
              <a:latin typeface="Bodoni MT Black" panose="02070A03080606020203" pitchFamily="18" charset="0"/>
            </a:endParaRP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개체 틀 10">
            <a:extLst>
              <a:ext uri="{FF2B5EF4-FFF2-40B4-BE49-F238E27FC236}">
                <a16:creationId xmlns:a16="http://schemas.microsoft.com/office/drawing/2014/main" id="{2347E7F1-2609-353F-0B64-9EE5F979B9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250" b="31250"/>
          <a:stretch/>
        </p:blipFill>
        <p:spPr>
          <a:xfrm>
            <a:off x="327225" y="1495585"/>
            <a:ext cx="5221224" cy="430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바닥글 개체 틀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Exchange diary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Bodoni MT Black" panose="02070A03080606020203" pitchFamily="18" charset="0"/>
              </a:rPr>
              <a:t>Thank you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16017" y="3127248"/>
            <a:ext cx="7120791" cy="112471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latin typeface="Bodoni MT Black" panose="02070A03080606020203" pitchFamily="18" charset="0"/>
              </a:rPr>
              <a:t>Yeah! I’m free!</a:t>
            </a:r>
          </a:p>
          <a:p>
            <a:r>
              <a:rPr lang="en-US" altLang="ko-KR" dirty="0">
                <a:latin typeface="Bodoni MT Black" panose="02070A03080606020203" pitchFamily="18" charset="0"/>
              </a:rPr>
              <a:t>GitHub Repository: https://github.com/junghyun5/ExchangeDiary.git</a:t>
            </a:r>
            <a:endParaRPr lang="ko-KR" altLang="en-US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3_TF89338750_Win32.potx" id="{700DB809-292A-4B13-B444-555C3CA3BAF9}" vid="{A356E11F-EA95-4991-AC6F-0A9671DA64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갤럭시 프레젠테이션</Template>
  <TotalTime>507</TotalTime>
  <Words>415</Words>
  <Application>Microsoft Office PowerPoint</Application>
  <PresentationFormat>와이드스크린</PresentationFormat>
  <Paragraphs>83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Bodoni MT Black</vt:lpstr>
      <vt:lpstr>GradientUnivers</vt:lpstr>
      <vt:lpstr>Exchange Diary</vt:lpstr>
      <vt:lpstr>Project Idea</vt:lpstr>
      <vt:lpstr>PowerPoint 프레젠테이션</vt:lpstr>
      <vt:lpstr>System Design</vt:lpstr>
      <vt:lpstr>Computer Science Concepts Used</vt:lpstr>
      <vt:lpstr>Demo</vt:lpstr>
      <vt:lpstr>Limitations and Future Work</vt:lpstr>
      <vt:lpstr>Future Work(2)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정현 김</dc:creator>
  <cp:lastModifiedBy>정현 김</cp:lastModifiedBy>
  <cp:revision>8</cp:revision>
  <dcterms:created xsi:type="dcterms:W3CDTF">2026-05-07T07:31:57Z</dcterms:created>
  <dcterms:modified xsi:type="dcterms:W3CDTF">2026-05-07T15:59:44Z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